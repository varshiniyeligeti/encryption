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8"/>
  </p:notesMasterIdLst>
  <p:sldIdLst>
    <p:sldId id="256" r:id="rId5"/>
    <p:sldId id="2146847054" r:id="rId6"/>
    <p:sldId id="262" r:id="rId7"/>
    <p:sldId id="263" r:id="rId8"/>
    <p:sldId id="265" r:id="rId9"/>
    <p:sldId id="2146847057" r:id="rId10"/>
    <p:sldId id="2146847060" r:id="rId11"/>
    <p:sldId id="2146847063" r:id="rId12"/>
    <p:sldId id="2146847064" r:id="rId13"/>
    <p:sldId id="2146847062" r:id="rId14"/>
    <p:sldId id="2146847061" r:id="rId15"/>
    <p:sldId id="2146847055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>
        <p:scale>
          <a:sx n="87" d="100"/>
          <a:sy n="87" d="100"/>
        </p:scale>
        <p:origin x="-36" y="7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pPr/>
              <a:t>12-02-2025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=""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pPr/>
              <a:t>2/12/2025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=""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=""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pPr/>
              <a:t>2/12/2025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pPr/>
              <a:t>2/12/2025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=""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pPr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pPr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pPr/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=""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pPr/>
              <a:t>2/12/2025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=""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=""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pPr/>
              <a:t>2/12/2025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=""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=""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=""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data hiding in image using stenography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By: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varshini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yeligati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: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varshini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yeligeti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Name &amp; Department :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chaitanya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institute of technology and science 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Technology used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Wow factor </a:t>
            </a:r>
            <a:endParaRPr lang="en-US" sz="2000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End users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Conclusion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Git-hub Link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Future scope</a:t>
            </a:r>
          </a:p>
          <a:p>
            <a:pPr marL="0" indent="0">
              <a:buNone/>
            </a:pPr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Design and develop a secure encryption and decryption system that allows users to securely send confidential information over potentially insecure communication channels. The system will implement an encryption algorithm that converts plaintext into </a:t>
            </a:r>
            <a:r>
              <a:rPr lang="en-US" dirty="0" err="1" smtClean="0"/>
              <a:t>ciphertext</a:t>
            </a:r>
            <a:r>
              <a:rPr lang="en-US" dirty="0" smtClean="0"/>
              <a:t> and a decryption algorithm that restores </a:t>
            </a:r>
            <a:r>
              <a:rPr lang="en-US" dirty="0" err="1" smtClean="0"/>
              <a:t>ciphertext</a:t>
            </a:r>
            <a:r>
              <a:rPr lang="en-US" dirty="0" smtClean="0"/>
              <a:t> back to its original plaintext.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 used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 smtClean="0"/>
              <a:t> </a:t>
            </a:r>
            <a:r>
              <a:rPr lang="en-US" b="1" dirty="0" smtClean="0"/>
              <a:t>1. Hardware Requirements:</a:t>
            </a:r>
          </a:p>
          <a:p>
            <a:r>
              <a:rPr lang="en-US" b="1" dirty="0" smtClean="0"/>
              <a:t>Processor:</a:t>
            </a:r>
            <a:r>
              <a:rPr lang="en-US" dirty="0" smtClean="0"/>
              <a:t> A multi-core processor (i5 or above for better performance).</a:t>
            </a:r>
          </a:p>
          <a:p>
            <a:r>
              <a:rPr lang="en-US" b="1" dirty="0" smtClean="0"/>
              <a:t>RAM:</a:t>
            </a:r>
            <a:r>
              <a:rPr lang="en-US" dirty="0" smtClean="0"/>
              <a:t> At least 4 GB (8 GB recommended for handling larger encryption tasks).</a:t>
            </a:r>
          </a:p>
          <a:p>
            <a:r>
              <a:rPr lang="en-US" b="1" dirty="0" smtClean="0"/>
              <a:t>Storage:</a:t>
            </a:r>
            <a:r>
              <a:rPr lang="en-US" dirty="0" smtClean="0"/>
              <a:t> Minimal space required (10–20 MB), but enough disk space to store data files or logs (depending on the size of the data being processed).</a:t>
            </a:r>
          </a:p>
          <a:p>
            <a:r>
              <a:rPr lang="en-US" b="1" dirty="0" smtClean="0"/>
              <a:t>Network:</a:t>
            </a:r>
            <a:r>
              <a:rPr lang="en-US" dirty="0" smtClean="0"/>
              <a:t> A stable internet connection if you're using cloud services or external libraries.</a:t>
            </a:r>
          </a:p>
          <a:p>
            <a:r>
              <a:rPr lang="en-US" b="1" dirty="0" smtClean="0"/>
              <a:t>2. Software Requirements:</a:t>
            </a:r>
          </a:p>
          <a:p>
            <a:r>
              <a:rPr lang="en-US" b="1" dirty="0" smtClean="0"/>
              <a:t>Operating System:</a:t>
            </a:r>
            <a:endParaRPr lang="en-US" dirty="0" smtClean="0"/>
          </a:p>
          <a:p>
            <a:pPr lvl="1"/>
            <a:r>
              <a:rPr lang="en-US" b="1" dirty="0" smtClean="0"/>
              <a:t>Windows 10 or above</a:t>
            </a:r>
            <a:r>
              <a:rPr lang="en-US" dirty="0" smtClean="0"/>
              <a:t>, </a:t>
            </a:r>
            <a:r>
              <a:rPr lang="en-US" b="1" dirty="0" smtClean="0"/>
              <a:t>Linux</a:t>
            </a:r>
            <a:r>
              <a:rPr lang="en-US" dirty="0" smtClean="0"/>
              <a:t>, or </a:t>
            </a:r>
            <a:r>
              <a:rPr lang="en-US" b="1" dirty="0" err="1" smtClean="0"/>
              <a:t>macOS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Programming Environment:</a:t>
            </a:r>
            <a:endParaRPr lang="en-US" dirty="0" smtClean="0"/>
          </a:p>
          <a:p>
            <a:pPr lvl="1"/>
            <a:r>
              <a:rPr lang="en-US" b="1" dirty="0" smtClean="0"/>
              <a:t>Python</a:t>
            </a:r>
            <a:r>
              <a:rPr lang="en-US" b="1" dirty="0" smtClean="0"/>
              <a:t>:</a:t>
            </a:r>
            <a:r>
              <a:rPr lang="en-US" dirty="0" smtClean="0"/>
              <a:t> Python 3.x version (recommended to use a virtual environment for managing dependencies</a:t>
            </a:r>
            <a:r>
              <a:rPr lang="en-US" dirty="0" smtClean="0"/>
              <a:t>).</a:t>
            </a:r>
          </a:p>
          <a:p>
            <a:pPr lvl="1"/>
            <a:r>
              <a:rPr lang="en-US" b="1" dirty="0" smtClean="0"/>
              <a:t>Python libraries:</a:t>
            </a:r>
          </a:p>
          <a:p>
            <a:pPr lvl="1"/>
            <a:r>
              <a:rPr lang="en-US" b="1" dirty="0" err="1" smtClean="0"/>
              <a:t>Opencv</a:t>
            </a:r>
            <a:r>
              <a:rPr lang="en-US" b="1" dirty="0" smtClean="0"/>
              <a:t>, with python IDE</a:t>
            </a:r>
            <a:endParaRPr lang="en-US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71730"/>
            <a:ext cx="11029616" cy="53029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Wow factors</a:t>
            </a:r>
            <a:endParaRPr lang="en-US" sz="32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 smtClean="0"/>
              <a:t>End-to-End </a:t>
            </a:r>
            <a:r>
              <a:rPr lang="en-US" sz="1800" b="1" dirty="0" smtClean="0"/>
              <a:t>Encryption (E2EE):</a:t>
            </a:r>
            <a:r>
              <a:rPr lang="en-US" sz="1800" dirty="0" smtClean="0"/>
              <a:t> Ensure that data is encrypted at the sender's end and only decrypted at the receiver's end, making it unreadable to any intermediaries.</a:t>
            </a:r>
          </a:p>
          <a:p>
            <a:r>
              <a:rPr lang="en-US" sz="1800" b="1" dirty="0" smtClean="0"/>
              <a:t>Hybrid Encryption Model:</a:t>
            </a:r>
            <a:r>
              <a:rPr lang="en-US" sz="1800" dirty="0" smtClean="0"/>
              <a:t> Combine symmetric (AES) and asymmetric (RSA) encryption to optimize both security and performance, with RSA handling secure key exchange and AES encrypting the data.</a:t>
            </a:r>
          </a:p>
          <a:p>
            <a:r>
              <a:rPr lang="en-US" sz="1800" b="1" dirty="0" smtClean="0"/>
              <a:t>Real-Time Secure Messaging:</a:t>
            </a:r>
            <a:r>
              <a:rPr lang="en-US" sz="1800" dirty="0" smtClean="0"/>
              <a:t> Create a secure messaging platform where all messages are encrypted in real-time, with integrity checks (e.g., digital signatures) to ensure no tampering.</a:t>
            </a:r>
          </a:p>
          <a:p>
            <a:r>
              <a:rPr lang="en-US" sz="1800" b="1" dirty="0" smtClean="0"/>
              <a:t>Zero-Knowledge Proof Authentication:</a:t>
            </a:r>
            <a:r>
              <a:rPr lang="en-US" sz="1800" dirty="0" smtClean="0"/>
              <a:t> Implement Zero-Knowledge Proofs for user authentication, allowing users to verify their identity without revealing sensitive information like passwords.</a:t>
            </a:r>
          </a:p>
          <a:p>
            <a:r>
              <a:rPr lang="en-US" sz="1800" b="1" dirty="0" smtClean="0"/>
              <a:t>Quantum-Resistant Encryption:</a:t>
            </a:r>
            <a:r>
              <a:rPr lang="en-US" sz="1800" dirty="0" smtClean="0"/>
              <a:t> Future-proof your system by integrating encryption methods that are resistant to quantum computing attacks, ensuring long-term security.</a:t>
            </a:r>
          </a:p>
          <a:p>
            <a:pPr marL="0" indent="0">
              <a:buNone/>
            </a:pPr>
            <a:endParaRPr lang="en-IN" sz="1800" b="1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45986D-DBC5-8220-FE6F-7F2ABC7C4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End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B679E23-F86A-AFA9-FE9C-7F5A518E8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Individuals</a:t>
            </a:r>
            <a:r>
              <a:rPr lang="en-US" dirty="0" smtClean="0"/>
              <a:t> seeking secure communication for personal data and private messages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Businesses</a:t>
            </a:r>
            <a:r>
              <a:rPr lang="en-US" dirty="0" smtClean="0"/>
              <a:t> </a:t>
            </a:r>
            <a:r>
              <a:rPr lang="en-US" dirty="0" smtClean="0"/>
              <a:t>handling sensitive customer data, requiring robust encryption for transactions and internal communications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Financial </a:t>
            </a:r>
            <a:r>
              <a:rPr lang="en-US" b="1" dirty="0" smtClean="0"/>
              <a:t>institutions</a:t>
            </a:r>
            <a:r>
              <a:rPr lang="en-US" dirty="0" smtClean="0"/>
              <a:t> that need to protect sensitive financial transactions and records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Government </a:t>
            </a:r>
            <a:r>
              <a:rPr lang="en-US" b="1" dirty="0" smtClean="0"/>
              <a:t>agencies</a:t>
            </a:r>
            <a:r>
              <a:rPr lang="en-US" dirty="0" smtClean="0"/>
              <a:t> that need to secure confidential documents and classified communications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Developers</a:t>
            </a:r>
            <a:r>
              <a:rPr lang="en-US" dirty="0" smtClean="0"/>
              <a:t> </a:t>
            </a:r>
            <a:r>
              <a:rPr lang="en-US" dirty="0" smtClean="0"/>
              <a:t>who integrate encryption into applications or systems to ensure secure user data handling.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819043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4F8070C-FF0D-BBE3-3D8A-C3794CCCE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Results</a:t>
            </a:r>
          </a:p>
        </p:txBody>
      </p:sp>
      <p:pic>
        <p:nvPicPr>
          <p:cNvPr id="4" name="Content Placeholder 3" descr="DECRYPTION SCREENSHOT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5626" y="1301750"/>
            <a:ext cx="7040748" cy="4673600"/>
          </a:xfrm>
        </p:spPr>
      </p:pic>
    </p:spTree>
    <p:extLst>
      <p:ext uri="{BB962C8B-B14F-4D97-AF65-F5344CB8AC3E}">
        <p14:creationId xmlns:p14="http://schemas.microsoft.com/office/powerpoint/2010/main" xmlns="" val="208371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ENCRYPTION CODE 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Content Placeholder 3" descr="ENCRYPTION SCREENSHOT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4431" y="1301750"/>
            <a:ext cx="5903137" cy="467360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OUTPUT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Content Placeholder 3" descr="OUTPUT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8045" y="2857391"/>
            <a:ext cx="9735909" cy="1562318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4C6B3D-1072-C2D2-EBFE-E33CABE3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4974547-DF1B-77BB-E545-9344EDB9A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encryption and decryption system ensures secure data exchange by combining AES and RSA algorithms for efficient and robust protection. With features like end-to-end encryption and message integrity checks, it guarantees privacy and prevents unauthorized access.</a:t>
            </a:r>
          </a:p>
          <a:p>
            <a:r>
              <a:rPr lang="en-US" dirty="0" smtClean="0"/>
              <a:t>Future-proofed with quantum-resistant encryption, the system is adaptable for individuals, businesses, and government agencies, providing scalable and user-friendly security for modern communication and data storage needs.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233882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8E9F08C-D61F-627D-C4E5-397E3E84F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1A299DD-46FA-7866-41D8-C1BFCC2F6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https://github.com/varshiniyeligeti/encryption.git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230664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dirty="0" smtClean="0"/>
              <a:t>The future scope of encryption and decryption projects is vast, driven by emerging technologies and the need for stronger data security. One key area is </a:t>
            </a:r>
            <a:r>
              <a:rPr lang="en-US" b="1" dirty="0" smtClean="0"/>
              <a:t>quantum cryptography</a:t>
            </a:r>
            <a:r>
              <a:rPr lang="en-US" dirty="0" smtClean="0"/>
              <a:t>, where the focus is on developing quantum-resistant algorithms to protect against the threats posed by quantum computing. Additionally, </a:t>
            </a:r>
            <a:r>
              <a:rPr lang="en-US" b="1" dirty="0" err="1" smtClean="0"/>
              <a:t>blockchain</a:t>
            </a:r>
            <a:r>
              <a:rPr lang="en-US" b="1" dirty="0" smtClean="0"/>
              <a:t> integration</a:t>
            </a:r>
            <a:r>
              <a:rPr lang="en-US" dirty="0" smtClean="0"/>
              <a:t> is gaining traction, as it combines encryption with decentralized ledger technology to enhance data integrity and privacy. The use of </a:t>
            </a:r>
            <a:r>
              <a:rPr lang="en-US" b="1" dirty="0" smtClean="0"/>
              <a:t>artificial intelligence</a:t>
            </a:r>
            <a:r>
              <a:rPr lang="en-US" dirty="0" smtClean="0"/>
              <a:t> and </a:t>
            </a:r>
            <a:r>
              <a:rPr lang="en-US" b="1" dirty="0" smtClean="0"/>
              <a:t>machine learning</a:t>
            </a:r>
            <a:r>
              <a:rPr lang="en-US" dirty="0" smtClean="0"/>
              <a:t> in encryption systems is also on the rise, aiding in advanced key management and anomaly detection. Moreover, </a:t>
            </a:r>
            <a:r>
              <a:rPr lang="en-US" b="1" dirty="0" err="1" smtClean="0"/>
              <a:t>homomorphic</a:t>
            </a:r>
            <a:r>
              <a:rPr lang="en-US" b="1" dirty="0" smtClean="0"/>
              <a:t> encryption</a:t>
            </a:r>
            <a:r>
              <a:rPr lang="en-US" dirty="0" smtClean="0"/>
              <a:t> allows for computations on encrypted data without needing decryption, which is particularly beneficial for cloud-based services. Lastly, the development of </a:t>
            </a:r>
            <a:r>
              <a:rPr lang="en-US" b="1" dirty="0" smtClean="0"/>
              <a:t>post-quantum cryptography</a:t>
            </a:r>
            <a:r>
              <a:rPr lang="en-US" dirty="0" smtClean="0"/>
              <a:t> aims to create encryption methods that remain secure even in the age of quantum computers. These advancements will shape the future of secure digital communication and data protection.</a:t>
            </a:r>
          </a:p>
          <a:p>
            <a:pPr marL="305435" indent="-305435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</a:t>
            </a:r>
            <a:r>
              <a:rPr lang="en-US" sz="4400" b="1" dirty="0" smtClean="0">
                <a:solidFill>
                  <a:schemeClr val="accent1"/>
                </a:solidFill>
                <a:latin typeface="Arial"/>
                <a:cs typeface="Arial"/>
              </a:rPr>
              <a:t>scope(optional)</a:t>
            </a:r>
            <a:endParaRPr lang="en-US" sz="4400" b="1" dirty="0">
              <a:solidFill>
                <a:schemeClr val="accent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14882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xmlns="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30265f8-c5e2-4918-b4a1-b977299ca3e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0268AC5E70984D8FE60B7154176407" ma:contentTypeVersion="15" ma:contentTypeDescription="Create a new document." ma:contentTypeScope="" ma:versionID="104e359103f0f57b1cf9676756e5b944">
  <xsd:schema xmlns:xsd="http://www.w3.org/2001/XMLSchema" xmlns:xs="http://www.w3.org/2001/XMLSchema" xmlns:p="http://schemas.microsoft.com/office/2006/metadata/properties" xmlns:ns3="b30265f8-c5e2-4918-b4a1-b977299ca3e2" xmlns:ns4="fadb41d3-f9cb-40fb-903c-8cacaba95bb5" targetNamespace="http://schemas.microsoft.com/office/2006/metadata/properties" ma:root="true" ma:fieldsID="5615b8f8aa772998bad551f24a33de0e" ns3:_="" ns4:_="">
    <xsd:import namespace="b30265f8-c5e2-4918-b4a1-b977299ca3e2"/>
    <xsd:import namespace="fadb41d3-f9cb-40fb-903c-8cacaba95bb5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0265f8-c5e2-4918-b4a1-b977299ca3e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db41d3-f9cb-40fb-903c-8cacaba95bb5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fadb41d3-f9cb-40fb-903c-8cacaba95bb5"/>
    <ds:schemaRef ds:uri="http://purl.org/dc/terms/"/>
    <ds:schemaRef ds:uri="b30265f8-c5e2-4918-b4a1-b977299ca3e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D71778-17EE-4151-88AE-C8F4E8043B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0265f8-c5e2-4918-b4a1-b977299ca3e2"/>
    <ds:schemaRef ds:uri="fadb41d3-f9cb-40fb-903c-8cacaba95b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51</TotalTime>
  <Words>658</Words>
  <Application>Microsoft Office PowerPoint</Application>
  <PresentationFormat>Custom</PresentationFormat>
  <Paragraphs>54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DividendVTI</vt:lpstr>
      <vt:lpstr>Secure data hiding in image using stenography</vt:lpstr>
      <vt:lpstr>OUTLINE</vt:lpstr>
      <vt:lpstr>Problem Statement</vt:lpstr>
      <vt:lpstr>Technology  used</vt:lpstr>
      <vt:lpstr>Wow factors</vt:lpstr>
      <vt:lpstr>End users</vt:lpstr>
      <vt:lpstr>Results</vt:lpstr>
      <vt:lpstr>ENCRYPTION CODE </vt:lpstr>
      <vt:lpstr>OUTPUT</vt:lpstr>
      <vt:lpstr>Conclusion</vt:lpstr>
      <vt:lpstr>GitHub Link</vt:lpstr>
      <vt:lpstr>Slide 12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acer</cp:lastModifiedBy>
  <cp:revision>28</cp:revision>
  <dcterms:created xsi:type="dcterms:W3CDTF">2021-05-26T16:50:10Z</dcterms:created>
  <dcterms:modified xsi:type="dcterms:W3CDTF">2025-02-12T16:11:47Z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0x0101007F0268AC5E70984D8FE60B7154176407</vt:lpwstr>
  </property>
</Properties>
</file>